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  <p:embeddedFont>
      <p:font typeface="Noto Sans Bold" charset="1" panose="020B0802040504020204"/>
      <p:regular r:id="rId8"/>
    </p:embeddedFont>
    <p:embeddedFont>
      <p:font typeface="Noto Sans" charset="1" panose="020B0502040504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4681" y="3382463"/>
            <a:ext cx="12998638" cy="126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4232" b="true">
                <a:solidFill>
                  <a:srgbClr val="7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CHƯƠNG 4:CHẤT LƯỢNG BỀ MẶT CHI TIẾT MÁY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2411099">
            <a:off x="15931179" y="8741946"/>
            <a:ext cx="3988946" cy="2712483"/>
          </a:xfrm>
          <a:custGeom>
            <a:avLst/>
            <a:gdLst/>
            <a:ahLst/>
            <a:cxnLst/>
            <a:rect r="r" b="b" t="t" l="l"/>
            <a:pathLst>
              <a:path h="2712483" w="3988946">
                <a:moveTo>
                  <a:pt x="0" y="2712483"/>
                </a:moveTo>
                <a:lnTo>
                  <a:pt x="3988946" y="2712483"/>
                </a:lnTo>
                <a:lnTo>
                  <a:pt x="3988946" y="0"/>
                </a:lnTo>
                <a:lnTo>
                  <a:pt x="0" y="0"/>
                </a:lnTo>
                <a:lnTo>
                  <a:pt x="0" y="27124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24" y="74458"/>
            <a:ext cx="3365255" cy="1908484"/>
          </a:xfrm>
          <a:custGeom>
            <a:avLst/>
            <a:gdLst/>
            <a:ahLst/>
            <a:cxnLst/>
            <a:rect r="r" b="b" t="t" l="l"/>
            <a:pathLst>
              <a:path h="1908484" w="3365255">
                <a:moveTo>
                  <a:pt x="0" y="0"/>
                </a:moveTo>
                <a:lnTo>
                  <a:pt x="3365255" y="0"/>
                </a:lnTo>
                <a:lnTo>
                  <a:pt x="3365255" y="1908484"/>
                </a:lnTo>
                <a:lnTo>
                  <a:pt x="0" y="190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9207" y="5143500"/>
            <a:ext cx="3636619" cy="3936800"/>
          </a:xfrm>
          <a:custGeom>
            <a:avLst/>
            <a:gdLst/>
            <a:ahLst/>
            <a:cxnLst/>
            <a:rect r="r" b="b" t="t" l="l"/>
            <a:pathLst>
              <a:path h="3936800" w="3636619">
                <a:moveTo>
                  <a:pt x="0" y="0"/>
                </a:moveTo>
                <a:lnTo>
                  <a:pt x="3636619" y="0"/>
                </a:lnTo>
                <a:lnTo>
                  <a:pt x="3636619" y="3936800"/>
                </a:lnTo>
                <a:lnTo>
                  <a:pt x="0" y="3936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1259" y="-938184"/>
            <a:ext cx="4181215" cy="3303160"/>
          </a:xfrm>
          <a:custGeom>
            <a:avLst/>
            <a:gdLst/>
            <a:ahLst/>
            <a:cxnLst/>
            <a:rect r="r" b="b" t="t" l="l"/>
            <a:pathLst>
              <a:path h="3303160" w="4181215">
                <a:moveTo>
                  <a:pt x="0" y="0"/>
                </a:moveTo>
                <a:lnTo>
                  <a:pt x="4181215" y="0"/>
                </a:lnTo>
                <a:lnTo>
                  <a:pt x="4181215" y="3303160"/>
                </a:lnTo>
                <a:lnTo>
                  <a:pt x="0" y="3303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836" y="1668165"/>
            <a:ext cx="14714274" cy="151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9"/>
              </a:lnSpc>
            </a:pPr>
            <a:r>
              <a:rPr lang="en-US" b="true" sz="6671" spc="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 SỞ CÔNG NGHỆ CHẾ TẠO MÁY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1638" y="9852225"/>
            <a:ext cx="1682628" cy="43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b="true" sz="2498" spc="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NHÓM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6165" y="9568252"/>
            <a:ext cx="4637951" cy="34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Đồng Nai,</a:t>
            </a:r>
            <a:r>
              <a:rPr lang="en-US" sz="194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ngày 23 tháng 4 năm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117" y="9475734"/>
            <a:ext cx="1199704" cy="43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42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24OT113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DAHGUSswBRM</dc:identifier>
  <dcterms:modified xsi:type="dcterms:W3CDTF">2011-08-01T06:04:30Z</dcterms:modified>
  <cp:revision>1</cp:revision>
  <dc:title>CHẤT LƯỢNG BỀ MẶT CHI TIẾT MÁY</dc:title>
</cp:coreProperties>
</file>